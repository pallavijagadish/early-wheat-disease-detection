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#1" loCatId="process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Orientation</a:t>
          </a:r>
        </a:p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(Day 1)</a:t>
          </a:r>
        </a:p>
        <a:p>
          <a:pPr algn="just"/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KGS and Managed Services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C2E4BE07-7F4F-49C2-9B88-F771492A8CA8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Shadow Sprint </a:t>
          </a:r>
          <a:endParaRPr lang="en-IN" dirty="0"/>
        </a:p>
      </dgm:t>
    </dgm:pt>
    <dgm:pt modelId="{26D6AA68-ABB8-4A09-A339-1835B39CFA3F}" type="parTrans" cxnId="{83FCFEDD-2957-4956-8274-FE7DA04F760E}">
      <dgm:prSet/>
      <dgm:spPr/>
      <dgm:t>
        <a:bodyPr/>
        <a:lstStyle/>
        <a:p>
          <a:endParaRPr lang="en-IN"/>
        </a:p>
      </dgm:t>
    </dgm:pt>
    <dgm:pt modelId="{9FB8C4FE-F960-40C9-B8EE-E5BD54082E69}" type="sibTrans" cxnId="{83FCFEDD-2957-4956-8274-FE7DA04F760E}">
      <dgm:prSet/>
      <dgm:spPr/>
      <dgm:t>
        <a:bodyPr/>
        <a:lstStyle/>
        <a:p>
          <a:endParaRPr lang="en-IN"/>
        </a:p>
      </dgm:t>
    </dgm:pt>
    <dgm:pt modelId="{4C8CC100-47C7-43B9-A35F-27BE52DBEEFA}">
      <dgm:prSet/>
      <dgm:spPr/>
      <dgm:t>
        <a:bodyPr/>
        <a:lstStyle/>
        <a:p>
          <a:pPr algn="just"/>
          <a:r>
            <a:rPr lang="en-IN" dirty="0"/>
            <a:t>Golden Ticket</a:t>
          </a:r>
        </a:p>
      </dgm:t>
    </dgm:pt>
    <dgm:pt modelId="{A3551D19-14A2-48D5-8687-3BBD8CC1ACE1}" type="parTrans" cxnId="{83FB06D3-3902-47FC-B291-BA26B07E30BB}">
      <dgm:prSet/>
      <dgm:spPr/>
      <dgm:t>
        <a:bodyPr/>
        <a:lstStyle/>
        <a:p>
          <a:endParaRPr lang="en-IN"/>
        </a:p>
      </dgm:t>
    </dgm:pt>
    <dgm:pt modelId="{BD2600BB-373E-4462-84B7-12E3865702B5}" type="sibTrans" cxnId="{83FB06D3-3902-47FC-B291-BA26B07E30BB}">
      <dgm:prSet/>
      <dgm:spPr/>
      <dgm:t>
        <a:bodyPr/>
        <a:lstStyle/>
        <a:p>
          <a:endParaRPr lang="en-IN"/>
        </a:p>
      </dgm:t>
    </dgm:pt>
    <dgm:pt modelId="{D9E53685-8E5D-4647-ABB3-459A91492226}">
      <dgm:prSet/>
      <dgm:spPr/>
      <dgm:t>
        <a:bodyPr/>
        <a:lstStyle/>
        <a:p>
          <a:pPr algn="just"/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1BA4E2-E689-49D6-BB49-353288622CF3}" type="parTrans" cxnId="{D75101B0-AE87-4F9E-8AAF-3584702ACE0F}">
      <dgm:prSet/>
      <dgm:spPr/>
      <dgm:t>
        <a:bodyPr/>
        <a:lstStyle/>
        <a:p>
          <a:endParaRPr lang="en-IN"/>
        </a:p>
      </dgm:t>
    </dgm:pt>
    <dgm:pt modelId="{39310DC5-728B-4D08-A5D9-D74071253378}" type="sibTrans" cxnId="{D75101B0-AE87-4F9E-8AAF-3584702ACE0F}">
      <dgm:prSet/>
      <dgm:spPr/>
      <dgm:t>
        <a:bodyPr/>
        <a:lstStyle/>
        <a:p>
          <a:endParaRPr lang="en-IN"/>
        </a:p>
      </dgm:t>
    </dgm:pt>
    <dgm:pt modelId="{0191DB84-0C41-4C4C-85EC-0373CD422141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Graduation ceremony and conversion to FTE</a:t>
          </a:r>
        </a:p>
      </dgm:t>
    </dgm:pt>
    <dgm:pt modelId="{E090BBDC-86BF-4FF8-AE01-8CD8587D0C54}" type="parTrans" cxnId="{DE33F1F3-3C1E-4504-AB3B-23269AA91F85}">
      <dgm:prSet/>
      <dgm:spPr/>
      <dgm:t>
        <a:bodyPr/>
        <a:lstStyle/>
        <a:p>
          <a:endParaRPr lang="en-IN"/>
        </a:p>
      </dgm:t>
    </dgm:pt>
    <dgm:pt modelId="{5554790C-8531-49B1-A009-F45BA91079BE}" type="sibTrans" cxnId="{DE33F1F3-3C1E-4504-AB3B-23269AA91F85}">
      <dgm:prSet/>
      <dgm:spPr/>
      <dgm:t>
        <a:bodyPr/>
        <a:lstStyle/>
        <a:p>
          <a:endParaRPr lang="en-IN"/>
        </a:p>
      </dgm:t>
    </dgm:pt>
    <dgm:pt modelId="{6245827E-C881-4195-A80E-86FB279FD0DA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(Month 3 – 6)</a:t>
          </a:r>
        </a:p>
      </dgm:t>
    </dgm:pt>
    <dgm:pt modelId="{6F87DA4B-2470-41A8-A230-D75D0D64F562}" type="parTrans" cxnId="{5436720C-B605-4D97-A74B-47ECB5EB99AB}">
      <dgm:prSet/>
      <dgm:spPr/>
      <dgm:t>
        <a:bodyPr/>
        <a:lstStyle/>
        <a:p>
          <a:endParaRPr lang="en-IN"/>
        </a:p>
      </dgm:t>
    </dgm:pt>
    <dgm:pt modelId="{D19D9C3F-95AF-48B9-BDD7-92F971BF9B5A}" type="sibTrans" cxnId="{5436720C-B605-4D97-A74B-47ECB5EB99AB}">
      <dgm:prSet/>
      <dgm:spPr/>
      <dgm:t>
        <a:bodyPr/>
        <a:lstStyle/>
        <a:p>
          <a:endParaRPr lang="en-IN"/>
        </a:p>
      </dgm:t>
    </dgm:pt>
    <dgm:pt modelId="{70AB17F5-FEC5-45F2-8F70-FBBFBCF7A1BC}">
      <dgm:prSet/>
      <dgm:spPr/>
      <dgm:t>
        <a:bodyPr/>
        <a:lstStyle/>
        <a:p>
          <a:pPr algn="just"/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E33D81-92C9-45F1-8A41-F04A9F6C462D}" type="parTrans" cxnId="{B0983E86-95BC-4F8C-AD9E-1950D91ED2B2}">
      <dgm:prSet/>
      <dgm:spPr/>
      <dgm:t>
        <a:bodyPr/>
        <a:lstStyle/>
        <a:p>
          <a:endParaRPr lang="en-IN"/>
        </a:p>
      </dgm:t>
    </dgm:pt>
    <dgm:pt modelId="{01E23A84-21EF-4837-A8C0-9F89EDA7283F}" type="sibTrans" cxnId="{B0983E86-95BC-4F8C-AD9E-1950D91ED2B2}">
      <dgm:prSet/>
      <dgm:spPr/>
      <dgm:t>
        <a:bodyPr/>
        <a:lstStyle/>
        <a:p>
          <a:endParaRPr lang="en-IN"/>
        </a:p>
      </dgm:t>
    </dgm:pt>
    <dgm:pt modelId="{79A9E412-D179-4839-B1F8-CFBBF3CD07B7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Shadow Sprint</a:t>
          </a:r>
        </a:p>
      </dgm:t>
    </dgm:pt>
    <dgm:pt modelId="{E6468FE1-5BEE-4F1E-807E-341D18DDD11F}" type="parTrans" cxnId="{1B760A17-48C7-4379-9919-A95A0F794450}">
      <dgm:prSet/>
      <dgm:spPr/>
      <dgm:t>
        <a:bodyPr/>
        <a:lstStyle/>
        <a:p>
          <a:endParaRPr lang="en-IN"/>
        </a:p>
      </dgm:t>
    </dgm:pt>
    <dgm:pt modelId="{C03B7397-7A43-4624-A2B0-7B6F1CC0256C}" type="sibTrans" cxnId="{1B760A17-48C7-4379-9919-A95A0F794450}">
      <dgm:prSet/>
      <dgm:spPr/>
      <dgm:t>
        <a:bodyPr/>
        <a:lstStyle/>
        <a:p>
          <a:endParaRPr lang="en-IN"/>
        </a:p>
      </dgm:t>
    </dgm:pt>
    <dgm:pt modelId="{CBF400A8-3E7B-49EC-80F6-E23113805609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(Assigned to a specific team)</a:t>
          </a:r>
        </a:p>
      </dgm:t>
    </dgm:pt>
    <dgm:pt modelId="{4BE6B319-A587-43FC-BB8B-27278787CF60}" type="parTrans" cxnId="{CE2F9854-5D07-4408-A33E-FACD8D02E9AB}">
      <dgm:prSet/>
      <dgm:spPr/>
      <dgm:t>
        <a:bodyPr/>
        <a:lstStyle/>
        <a:p>
          <a:endParaRPr lang="en-IN"/>
        </a:p>
      </dgm:t>
    </dgm:pt>
    <dgm:pt modelId="{27DBBB87-5384-4F2C-890F-67D3AEFB4231}" type="sibTrans" cxnId="{CE2F9854-5D07-4408-A33E-FACD8D02E9AB}">
      <dgm:prSet/>
      <dgm:spPr/>
      <dgm:t>
        <a:bodyPr/>
        <a:lstStyle/>
        <a:p>
          <a:endParaRPr lang="en-IN"/>
        </a:p>
      </dgm:t>
    </dgm:pt>
    <dgm:pt modelId="{D3D1DEB0-5B39-4CDE-8172-0AC3786CA4BA}">
      <dgm:prSet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(2 Months)</a:t>
          </a:r>
        </a:p>
      </dgm:t>
    </dgm:pt>
    <dgm:pt modelId="{C72B4BB9-C981-4E95-B114-8D3A7F715DB3}" type="parTrans" cxnId="{A3BBAD35-ED9C-497F-8E0A-C223C674A7B8}">
      <dgm:prSet/>
      <dgm:spPr/>
      <dgm:t>
        <a:bodyPr/>
        <a:lstStyle/>
        <a:p>
          <a:endParaRPr lang="en-IN"/>
        </a:p>
      </dgm:t>
    </dgm:pt>
    <dgm:pt modelId="{FC52BD0B-200A-4A05-97CD-F6CE2703BEFB}" type="sibTrans" cxnId="{A3BBAD35-ED9C-497F-8E0A-C223C674A7B8}">
      <dgm:prSet/>
      <dgm:spPr/>
      <dgm:t>
        <a:bodyPr/>
        <a:lstStyle/>
        <a:p>
          <a:endParaRPr lang="en-IN"/>
        </a:p>
      </dgm:t>
    </dgm:pt>
    <dgm:pt modelId="{46FAF778-5980-45A9-8401-FB6D873DA0BB}">
      <dgm:prSet/>
      <dgm:spPr/>
      <dgm:t>
        <a:bodyPr/>
        <a:lstStyle/>
        <a:p>
          <a:pPr algn="just"/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DC3815-7015-476E-8685-E31BC61292C9}" type="parTrans" cxnId="{59F39E5A-B02F-42F6-95D4-9F7CD819285B}">
      <dgm:prSet/>
      <dgm:spPr/>
      <dgm:t>
        <a:bodyPr/>
        <a:lstStyle/>
        <a:p>
          <a:endParaRPr lang="en-IN"/>
        </a:p>
      </dgm:t>
    </dgm:pt>
    <dgm:pt modelId="{9CFD9BF2-85E1-4705-B1B3-9169AA88CEBB}" type="sibTrans" cxnId="{59F39E5A-B02F-42F6-95D4-9F7CD819285B}">
      <dgm:prSet/>
      <dgm:spPr/>
      <dgm:t>
        <a:bodyPr/>
        <a:lstStyle/>
        <a:p>
          <a:endParaRPr lang="en-IN"/>
        </a:p>
      </dgm:t>
    </dgm:pt>
    <dgm:pt modelId="{14D1B267-0CF4-4BAD-B62A-1F048F0AD6ED}">
      <dgm:prSet/>
      <dgm:spPr/>
      <dgm:t>
        <a:bodyPr/>
        <a:lstStyle/>
        <a:p>
          <a:pPr algn="ju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Training on Specialized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659A7B-9202-40E5-A560-5A209F941AD9}" type="parTrans" cxnId="{DA7CAFB8-CEC7-46A0-8EEC-0F3D0A676491}">
      <dgm:prSet/>
      <dgm:spPr/>
      <dgm:t>
        <a:bodyPr/>
        <a:lstStyle/>
        <a:p>
          <a:endParaRPr lang="en-IN"/>
        </a:p>
      </dgm:t>
    </dgm:pt>
    <dgm:pt modelId="{ED9EF3DB-64BF-474E-AD84-2421C6035EBE}" type="sibTrans" cxnId="{DA7CAFB8-CEC7-46A0-8EEC-0F3D0A676491}">
      <dgm:prSet/>
      <dgm:spPr/>
      <dgm:t>
        <a:bodyPr/>
        <a:lstStyle/>
        <a:p>
          <a:endParaRPr lang="en-IN"/>
        </a:p>
      </dgm:t>
    </dgm:pt>
    <dgm:pt modelId="{9B7C65B6-3D0F-4764-B874-A5481933FDEE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Track [MAST]</a:t>
          </a:r>
        </a:p>
      </dgm:t>
    </dgm:pt>
    <dgm:pt modelId="{882E52B9-CC0A-445A-A336-62085FBBFA88}" type="parTrans" cxnId="{59D0D766-70FC-42BF-A3FA-8447B6836392}">
      <dgm:prSet/>
      <dgm:spPr/>
      <dgm:t>
        <a:bodyPr/>
        <a:lstStyle/>
        <a:p>
          <a:endParaRPr lang="en-IN"/>
        </a:p>
      </dgm:t>
    </dgm:pt>
    <dgm:pt modelId="{45CB9200-6B2F-4E98-A7A3-0475B62120F6}" type="sibTrans" cxnId="{59D0D766-70FC-42BF-A3FA-8447B6836392}">
      <dgm:prSet/>
      <dgm:spPr/>
      <dgm:t>
        <a:bodyPr/>
        <a:lstStyle/>
        <a:p>
          <a:endParaRPr lang="en-IN"/>
        </a:p>
      </dgm:t>
    </dgm:pt>
    <dgm:pt modelId="{1D22DD75-B2EC-44EC-80B1-B374298FB877}">
      <dgm:prSet/>
      <dgm:spPr/>
      <dgm:t>
        <a:bodyPr/>
        <a:lstStyle/>
        <a:p>
          <a:pPr algn="ju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(Week 1-2)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29C76F-5C79-4865-909C-AF554D4E2E69}" type="parTrans" cxnId="{1CCF0ABE-7E87-4AF1-BFA7-BFD6ECD8BF87}">
      <dgm:prSet/>
      <dgm:spPr/>
      <dgm:t>
        <a:bodyPr/>
        <a:lstStyle/>
        <a:p>
          <a:endParaRPr lang="en-IN"/>
        </a:p>
      </dgm:t>
    </dgm:pt>
    <dgm:pt modelId="{E17E2D09-AA37-49B7-8847-9609835700D9}" type="sibTrans" cxnId="{1CCF0ABE-7E87-4AF1-BFA7-BFD6ECD8BF87}">
      <dgm:prSet/>
      <dgm:spPr/>
      <dgm:t>
        <a:bodyPr/>
        <a:lstStyle/>
        <a:p>
          <a:endParaRPr lang="en-IN"/>
        </a:p>
      </dgm:t>
    </dgm:pt>
    <dgm:pt modelId="{4741A1BA-98EF-49D7-8FF3-E2B355FF5AE1}">
      <dgm:prSet/>
      <dgm:spPr/>
      <dgm:t>
        <a:bodyPr/>
        <a:lstStyle/>
        <a:p>
          <a:pPr algn="just"/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DC3522-EFCE-41AC-BC68-E95E0EDBFB7D}" type="parTrans" cxnId="{E3E0EB94-18E7-48FC-972B-B183875A3D26}">
      <dgm:prSet/>
      <dgm:spPr/>
      <dgm:t>
        <a:bodyPr/>
        <a:lstStyle/>
        <a:p>
          <a:endParaRPr lang="en-IN"/>
        </a:p>
      </dgm:t>
    </dgm:pt>
    <dgm:pt modelId="{E68C3980-4DEF-4F07-A043-F18CF1480A34}" type="sibTrans" cxnId="{E3E0EB94-18E7-48FC-972B-B183875A3D26}">
      <dgm:prSet/>
      <dgm:spPr/>
      <dgm:t>
        <a:bodyPr/>
        <a:lstStyle/>
        <a:p>
          <a:endParaRPr lang="en-IN"/>
        </a:p>
      </dgm:t>
    </dgm:pt>
    <dgm:pt modelId="{9960B166-9CB7-49EF-94C5-C780E38FCB11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Training on Common Track</a:t>
          </a:r>
        </a:p>
      </dgm:t>
    </dgm:pt>
    <dgm:pt modelId="{3BB51F5A-06C2-4709-A458-85ED6495B5E2}" type="parTrans" cxnId="{D4275A23-B02D-4BFD-B7FB-30B84E6385F2}">
      <dgm:prSet/>
      <dgm:spPr/>
      <dgm:t>
        <a:bodyPr/>
        <a:lstStyle/>
        <a:p>
          <a:endParaRPr lang="en-IN"/>
        </a:p>
      </dgm:t>
    </dgm:pt>
    <dgm:pt modelId="{B629C760-85DA-4F1B-A98A-D050B7934C16}" type="sibTrans" cxnId="{D4275A23-B02D-4BFD-B7FB-30B84E6385F2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#1"/>
    <dgm:cxn modelId="{6C77E001-AD44-4838-830F-6467609D8AC6}" type="presOf" srcId="{14D1B267-0CF4-4BAD-B62A-1F048F0AD6ED}" destId="{0D08ED52-6744-4369-B780-916B09984775}" srcOrd="1" destOrd="3" presId="urn:microsoft.com/office/officeart/2011/layout/InterconnectedBlockProcess#1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4B15F209-906F-4D7E-B443-2F3666A92089}" type="presOf" srcId="{9B7C65B6-3D0F-4764-B874-A5481933FDEE}" destId="{0D08ED52-6744-4369-B780-916B09984775}" srcOrd="1" destOrd="4" presId="urn:microsoft.com/office/officeart/2011/layout/InterconnectedBlockProcess#1"/>
    <dgm:cxn modelId="{5436720C-B605-4D97-A74B-47ECB5EB99AB}" srcId="{5E92505A-51E0-4F78-B3C5-704ACF8710DE}" destId="{6245827E-C881-4195-A80E-86FB279FD0DA}" srcOrd="1" destOrd="0" parTransId="{6F87DA4B-2470-41A8-A230-D75D0D64F562}" sibTransId="{D19D9C3F-95AF-48B9-BDD7-92F971BF9B5A}"/>
    <dgm:cxn modelId="{265D6A0D-C19B-4E23-9529-CCABEFBD5734}" type="presOf" srcId="{70AB17F5-FEC5-45F2-8F70-FBBFBCF7A1BC}" destId="{FC0F1314-3294-4A8C-8DCE-EB53E236164C}" srcOrd="0" destOrd="2" presId="urn:microsoft.com/office/officeart/2011/layout/InterconnectedBlockProcess#1"/>
    <dgm:cxn modelId="{6D5AD40D-9DA0-4D92-B7B7-9E498513AC06}" type="presOf" srcId="{4C8CC100-47C7-43B9-A35F-27BE52DBEEFA}" destId="{928B615F-0F8D-4140-A638-0FBB8F5BF1E9}" srcOrd="1" destOrd="0" presId="urn:microsoft.com/office/officeart/2011/layout/InterconnectedBlockProcess#1"/>
    <dgm:cxn modelId="{E94CD512-E47E-4B2A-8B42-1BBD0CE921B4}" type="presOf" srcId="{D471E45F-B026-44AA-9616-57E786AE80AF}" destId="{A134CDD1-D85F-44EF-8BEE-9F99A855C1E6}" srcOrd="0" destOrd="0" presId="urn:microsoft.com/office/officeart/2011/layout/InterconnectedBlockProcess#1"/>
    <dgm:cxn modelId="{DCBBD912-689F-4398-945B-50D7C906D480}" type="presOf" srcId="{65C051F6-A849-4495-A964-CD4C650B9C06}" destId="{C73DE52A-2F45-45E6-AD0E-D5BEAF609F8E}" srcOrd="0" destOrd="0" presId="urn:microsoft.com/office/officeart/2011/layout/InterconnectedBlockProcess#1"/>
    <dgm:cxn modelId="{2D24EC15-CE4D-42BF-BA0E-50081D16418E}" type="presOf" srcId="{C2E4BE07-7F4F-49C2-9B88-F771492A8CA8}" destId="{98225A61-A0EC-450A-BED8-EF2E47E8FD18}" srcOrd="1" destOrd="0" presId="urn:microsoft.com/office/officeart/2011/layout/InterconnectedBlockProcess#1"/>
    <dgm:cxn modelId="{A6532C16-AFEE-4EEA-891E-F5DAB7412E13}" type="presOf" srcId="{73DB572E-062D-41AD-8033-D361B8E583DB}" destId="{2532504F-5FE1-4C97-B485-F05E8885EACC}" srcOrd="0" destOrd="0" presId="urn:microsoft.com/office/officeart/2011/layout/InterconnectedBlockProcess#1"/>
    <dgm:cxn modelId="{1B760A17-48C7-4379-9919-A95A0F794450}" srcId="{5E92505A-51E0-4F78-B3C5-704ACF8710DE}" destId="{79A9E412-D179-4839-B1F8-CFBBF3CD07B7}" srcOrd="3" destOrd="0" parTransId="{E6468FE1-5BEE-4F1E-807E-341D18DDD11F}" sibTransId="{C03B7397-7A43-4624-A2B0-7B6F1CC0256C}"/>
    <dgm:cxn modelId="{B2936E20-8DB2-461A-AED9-829A01D02E2F}" type="presOf" srcId="{D9E53685-8E5D-4647-ABB3-459A91492226}" destId="{928B615F-0F8D-4140-A638-0FBB8F5BF1E9}" srcOrd="1" destOrd="1" presId="urn:microsoft.com/office/officeart/2011/layout/InterconnectedBlockProcess#1"/>
    <dgm:cxn modelId="{14271021-8784-4688-96FE-21B4F9A3C855}" type="presOf" srcId="{A59EC69B-8F3F-425B-819F-E8C557946AEE}" destId="{4C66D42D-7E6D-4563-AFDC-369C30B73F70}" srcOrd="0" destOrd="0" presId="urn:microsoft.com/office/officeart/2011/layout/InterconnectedBlockProcess#1"/>
    <dgm:cxn modelId="{067C0822-3F07-4E39-814F-C9F15579E040}" type="presOf" srcId="{CBF400A8-3E7B-49EC-80F6-E23113805609}" destId="{98225A61-A0EC-450A-BED8-EF2E47E8FD18}" srcOrd="1" destOrd="4" presId="urn:microsoft.com/office/officeart/2011/layout/InterconnectedBlockProcess#1"/>
    <dgm:cxn modelId="{30162522-7D36-47C6-87B4-960C36624EE9}" type="presOf" srcId="{D3D1DEB0-5B39-4CDE-8172-0AC3786CA4BA}" destId="{2532504F-5FE1-4C97-B485-F05E8885EACC}" srcOrd="0" destOrd="1" presId="urn:microsoft.com/office/officeart/2011/layout/InterconnectedBlockProcess#1"/>
    <dgm:cxn modelId="{D4275A23-B02D-4BFD-B7FB-30B84E6385F2}" srcId="{7B3055AA-BF7C-46D0-9A9E-60087B9F57B4}" destId="{9960B166-9CB7-49EF-94C5-C780E38FCB11}" srcOrd="3" destOrd="0" parTransId="{3BB51F5A-06C2-4709-A458-85ED6495B5E2}" sibTransId="{B629C760-85DA-4F1B-A98A-D050B7934C16}"/>
    <dgm:cxn modelId="{A3BBAD35-ED9C-497F-8E0A-C223C674A7B8}" srcId="{A59EC69B-8F3F-425B-819F-E8C557946AEE}" destId="{D3D1DEB0-5B39-4CDE-8172-0AC3786CA4BA}" srcOrd="1" destOrd="0" parTransId="{C72B4BB9-C981-4E95-B114-8D3A7F715DB3}" sibTransId="{FC52BD0B-200A-4A05-97CD-F6CE2703BEFB}"/>
    <dgm:cxn modelId="{C6851537-5A7B-4D21-8D93-8906F5E84FFC}" type="presOf" srcId="{46FAF778-5980-45A9-8401-FB6D873DA0BB}" destId="{0D08ED52-6744-4369-B780-916B09984775}" srcOrd="1" destOrd="2" presId="urn:microsoft.com/office/officeart/2011/layout/InterconnectedBlockProcess#1"/>
    <dgm:cxn modelId="{30CBBC3A-3A9D-4DD5-9F61-A92A6C0C4496}" type="presOf" srcId="{1D22DD75-B2EC-44EC-80B1-B374298FB877}" destId="{6BCCFBA6-7A43-4631-AD7F-AFB10E1E6CD7}" srcOrd="1" destOrd="1" presId="urn:microsoft.com/office/officeart/2011/layout/InterconnectedBlockProcess#1"/>
    <dgm:cxn modelId="{BD4D063F-4481-4272-86B1-D2EA110CC162}" type="presOf" srcId="{73DB572E-062D-41AD-8033-D361B8E583DB}" destId="{0D08ED52-6744-4369-B780-916B09984775}" srcOrd="1" destOrd="0" presId="urn:microsoft.com/office/officeart/2011/layout/InterconnectedBlockProcess#1"/>
    <dgm:cxn modelId="{641EFE5E-BFA4-4845-B42C-782E6AC12BF6}" type="presOf" srcId="{9960B166-9CB7-49EF-94C5-C780E38FCB11}" destId="{6BCCFBA6-7A43-4631-AD7F-AFB10E1E6CD7}" srcOrd="1" destOrd="3" presId="urn:microsoft.com/office/officeart/2011/layout/InterconnectedBlockProcess#1"/>
    <dgm:cxn modelId="{15381A63-D081-4AD6-815A-9D3ACDEDF4EF}" type="presOf" srcId="{79A9E412-D179-4839-B1F8-CFBBF3CD07B7}" destId="{98225A61-A0EC-450A-BED8-EF2E47E8FD18}" srcOrd="1" destOrd="3" presId="urn:microsoft.com/office/officeart/2011/layout/InterconnectedBlockProcess#1"/>
    <dgm:cxn modelId="{12ECDD43-4420-4E00-80AB-70D7EF79EF20}" type="presOf" srcId="{0191DB84-0C41-4C4C-85EC-0373CD422141}" destId="{8CAE5A4D-0C7B-48A6-917B-0B8433D0574B}" srcOrd="0" destOrd="2" presId="urn:microsoft.com/office/officeart/2011/layout/InterconnectedBlockProcess#1"/>
    <dgm:cxn modelId="{59D0D766-70FC-42BF-A3FA-8447B6836392}" srcId="{A59EC69B-8F3F-425B-819F-E8C557946AEE}" destId="{9B7C65B6-3D0F-4764-B874-A5481933FDEE}" srcOrd="4" destOrd="0" parTransId="{882E52B9-CC0A-445A-A336-62085FBBFA88}" sibTransId="{45CB9200-6B2F-4E98-A7A3-0475B62120F6}"/>
    <dgm:cxn modelId="{0376A04B-4720-4F6A-BC15-91BB2A8C478A}" type="presOf" srcId="{9B7C65B6-3D0F-4764-B874-A5481933FDEE}" destId="{2532504F-5FE1-4C97-B485-F05E8885EACC}" srcOrd="0" destOrd="4" presId="urn:microsoft.com/office/officeart/2011/layout/InterconnectedBlockProcess#1"/>
    <dgm:cxn modelId="{72D32272-71F0-44E5-BB73-8B1052B1903C}" type="presOf" srcId="{D3D1DEB0-5B39-4CDE-8172-0AC3786CA4BA}" destId="{0D08ED52-6744-4369-B780-916B09984775}" srcOrd="1" destOrd="1" presId="urn:microsoft.com/office/officeart/2011/layout/InterconnectedBlockProcess#1"/>
    <dgm:cxn modelId="{58E76652-C24F-44B0-96A9-DDF4DA4C870A}" type="presOf" srcId="{7B3055AA-BF7C-46D0-9A9E-60087B9F57B4}" destId="{00BB3360-A9BB-4051-A4B1-1216F82F642C}" srcOrd="0" destOrd="0" presId="urn:microsoft.com/office/officeart/2011/layout/InterconnectedBlockProcess#1"/>
    <dgm:cxn modelId="{1CCEEA72-1966-4228-9767-FECA9E4CF13E}" type="presOf" srcId="{4C8CC100-47C7-43B9-A35F-27BE52DBEEFA}" destId="{8CAE5A4D-0C7B-48A6-917B-0B8433D0574B}" srcOrd="0" destOrd="0" presId="urn:microsoft.com/office/officeart/2011/layout/InterconnectedBlockProcess#1"/>
    <dgm:cxn modelId="{CE2F9854-5D07-4408-A33E-FACD8D02E9AB}" srcId="{5E92505A-51E0-4F78-B3C5-704ACF8710DE}" destId="{CBF400A8-3E7B-49EC-80F6-E23113805609}" srcOrd="4" destOrd="0" parTransId="{4BE6B319-A587-43FC-BB8B-27278787CF60}" sibTransId="{27DBBB87-5384-4F2C-890F-67D3AEFB4231}"/>
    <dgm:cxn modelId="{BA459477-4ACA-41FD-9910-CB01A83D994A}" type="presOf" srcId="{4741A1BA-98EF-49D7-8FF3-E2B355FF5AE1}" destId="{6BCCFBA6-7A43-4631-AD7F-AFB10E1E6CD7}" srcOrd="1" destOrd="2" presId="urn:microsoft.com/office/officeart/2011/layout/InterconnectedBlockProcess#1"/>
    <dgm:cxn modelId="{BD9B5578-1132-46BD-A01C-B56DE53E8C1C}" type="presOf" srcId="{1D22DD75-B2EC-44EC-80B1-B374298FB877}" destId="{06F8D57B-EDF4-4CF4-8700-DC2CA3E3028E}" srcOrd="0" destOrd="1" presId="urn:microsoft.com/office/officeart/2011/layout/InterconnectedBlockProcess#1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9F39E5A-B02F-42F6-95D4-9F7CD819285B}" srcId="{A59EC69B-8F3F-425B-819F-E8C557946AEE}" destId="{46FAF778-5980-45A9-8401-FB6D873DA0BB}" srcOrd="2" destOrd="0" parTransId="{81DC3815-7015-476E-8685-E31BC61292C9}" sibTransId="{9CFD9BF2-85E1-4705-B1B3-9169AA88CEBB}"/>
    <dgm:cxn modelId="{EB295F81-D0F0-4806-BB61-1FBCA067882C}" type="presOf" srcId="{14D1B267-0CF4-4BAD-B62A-1F048F0AD6ED}" destId="{2532504F-5FE1-4C97-B485-F05E8885EACC}" srcOrd="0" destOrd="3" presId="urn:microsoft.com/office/officeart/2011/layout/InterconnectedBlockProcess#1"/>
    <dgm:cxn modelId="{7BC97981-2726-4C0F-8CF0-3CF4919ADB3F}" type="presOf" srcId="{70AB17F5-FEC5-45F2-8F70-FBBFBCF7A1BC}" destId="{98225A61-A0EC-450A-BED8-EF2E47E8FD18}" srcOrd="1" destOrd="2" presId="urn:microsoft.com/office/officeart/2011/layout/InterconnectedBlockProcess#1"/>
    <dgm:cxn modelId="{B0983E86-95BC-4F8C-AD9E-1950D91ED2B2}" srcId="{5E92505A-51E0-4F78-B3C5-704ACF8710DE}" destId="{70AB17F5-FEC5-45F2-8F70-FBBFBCF7A1BC}" srcOrd="2" destOrd="0" parTransId="{99E33D81-92C9-45F1-8A41-F04A9F6C462D}" sibTransId="{01E23A84-21EF-4837-A8C0-9F89EDA7283F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#1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E3E0EB94-18E7-48FC-972B-B183875A3D26}" srcId="{7B3055AA-BF7C-46D0-9A9E-60087B9F57B4}" destId="{4741A1BA-98EF-49D7-8FF3-E2B355FF5AE1}" srcOrd="2" destOrd="0" parTransId="{78DC3522-EFCE-41AC-BC68-E95E0EDBFB7D}" sibTransId="{E68C3980-4DEF-4F07-A043-F18CF1480A34}"/>
    <dgm:cxn modelId="{4BFBED98-163B-4049-A5F7-57115F6E3DBE}" type="presOf" srcId="{CBF400A8-3E7B-49EC-80F6-E23113805609}" destId="{FC0F1314-3294-4A8C-8DCE-EB53E236164C}" srcOrd="0" destOrd="4" presId="urn:microsoft.com/office/officeart/2011/layout/InterconnectedBlockProcess#1"/>
    <dgm:cxn modelId="{940B4C9B-D5E4-4E48-A872-B455F86EA2F7}" type="presOf" srcId="{D471E45F-B026-44AA-9616-57E786AE80AF}" destId="{1C91D7E3-8940-4A33-9182-677DD5415901}" srcOrd="1" destOrd="0" presId="urn:microsoft.com/office/officeart/2011/layout/InterconnectedBlockProcess#1"/>
    <dgm:cxn modelId="{25C83D9F-B12A-43EF-8599-6589093E1A69}" type="presOf" srcId="{9FED87C4-3F3B-4A18-9185-9F80CFEDEA2E}" destId="{06F8D57B-EDF4-4CF4-8700-DC2CA3E3028E}" srcOrd="0" destOrd="0" presId="urn:microsoft.com/office/officeart/2011/layout/InterconnectedBlockProcess#1"/>
    <dgm:cxn modelId="{9F0623A0-EE53-492C-A36C-2544093ABE10}" type="presOf" srcId="{4741A1BA-98EF-49D7-8FF3-E2B355FF5AE1}" destId="{06F8D57B-EDF4-4CF4-8700-DC2CA3E3028E}" srcOrd="0" destOrd="2" presId="urn:microsoft.com/office/officeart/2011/layout/InterconnectedBlockProcess#1"/>
    <dgm:cxn modelId="{9BB205A3-7004-4725-8719-7C57267DE72F}" type="presOf" srcId="{0191DB84-0C41-4C4C-85EC-0373CD422141}" destId="{928B615F-0F8D-4140-A638-0FBB8F5BF1E9}" srcOrd="1" destOrd="2" presId="urn:microsoft.com/office/officeart/2011/layout/InterconnectedBlockProcess#1"/>
    <dgm:cxn modelId="{D75101B0-AE87-4F9E-8AAF-3584702ACE0F}" srcId="{65C051F6-A849-4495-A964-CD4C650B9C06}" destId="{D9E53685-8E5D-4647-ABB3-459A91492226}" srcOrd="1" destOrd="0" parTransId="{2B1BA4E2-E689-49D6-BB49-353288622CF3}" sibTransId="{39310DC5-728B-4D08-A5D9-D74071253378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#1"/>
    <dgm:cxn modelId="{DA7CAFB8-CEC7-46A0-8EEC-0F3D0A676491}" srcId="{A59EC69B-8F3F-425B-819F-E8C557946AEE}" destId="{14D1B267-0CF4-4BAD-B62A-1F048F0AD6ED}" srcOrd="3" destOrd="0" parTransId="{33659A7B-9202-40E5-A560-5A209F941AD9}" sibTransId="{ED9EF3DB-64BF-474E-AD84-2421C6035EBE}"/>
    <dgm:cxn modelId="{5355DEB9-CD63-48EF-981D-8381CADD93C4}" type="presOf" srcId="{79A9E412-D179-4839-B1F8-CFBBF3CD07B7}" destId="{FC0F1314-3294-4A8C-8DCE-EB53E236164C}" srcOrd="0" destOrd="3" presId="urn:microsoft.com/office/officeart/2011/layout/InterconnectedBlockProcess#1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3762E1BD-8080-4DDA-ACBC-1C28C16DC5E3}" type="presOf" srcId="{9960B166-9CB7-49EF-94C5-C780E38FCB11}" destId="{06F8D57B-EDF4-4CF4-8700-DC2CA3E3028E}" srcOrd="0" destOrd="3" presId="urn:microsoft.com/office/officeart/2011/layout/InterconnectedBlockProcess#1"/>
    <dgm:cxn modelId="{1CCF0ABE-7E87-4AF1-BFA7-BFD6ECD8BF87}" srcId="{7B3055AA-BF7C-46D0-9A9E-60087B9F57B4}" destId="{1D22DD75-B2EC-44EC-80B1-B374298FB877}" srcOrd="1" destOrd="0" parTransId="{F829C76F-5C79-4865-909C-AF554D4E2E69}" sibTransId="{E17E2D09-AA37-49B7-8847-9609835700D9}"/>
    <dgm:cxn modelId="{85A70DC4-9C5B-4FD9-9C94-25E5B0F470C6}" type="presOf" srcId="{D9E53685-8E5D-4647-ABB3-459A91492226}" destId="{8CAE5A4D-0C7B-48A6-917B-0B8433D0574B}" srcOrd="0" destOrd="1" presId="urn:microsoft.com/office/officeart/2011/layout/InterconnectedBlockProcess#1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83FB06D3-3902-47FC-B291-BA26B07E30BB}" srcId="{65C051F6-A849-4495-A964-CD4C650B9C06}" destId="{4C8CC100-47C7-43B9-A35F-27BE52DBEEFA}" srcOrd="0" destOrd="0" parTransId="{A3551D19-14A2-48D5-8687-3BBD8CC1ACE1}" sibTransId="{BD2600BB-373E-4462-84B7-12E3865702B5}"/>
    <dgm:cxn modelId="{50BF9ED7-A969-45B4-A85F-73EF9BA480B1}" type="presOf" srcId="{6245827E-C881-4195-A80E-86FB279FD0DA}" destId="{98225A61-A0EC-450A-BED8-EF2E47E8FD18}" srcOrd="1" destOrd="1" presId="urn:microsoft.com/office/officeart/2011/layout/InterconnectedBlockProcess#1"/>
    <dgm:cxn modelId="{A93D0CDB-4059-4897-807A-A19017EB3641}" type="presOf" srcId="{6245827E-C881-4195-A80E-86FB279FD0DA}" destId="{FC0F1314-3294-4A8C-8DCE-EB53E236164C}" srcOrd="0" destOrd="1" presId="urn:microsoft.com/office/officeart/2011/layout/InterconnectedBlockProcess#1"/>
    <dgm:cxn modelId="{83FCFEDD-2957-4956-8274-FE7DA04F760E}" srcId="{5E92505A-51E0-4F78-B3C5-704ACF8710DE}" destId="{C2E4BE07-7F4F-49C2-9B88-F771492A8CA8}" srcOrd="0" destOrd="0" parTransId="{26D6AA68-ABB8-4A09-A339-1835B39CFA3F}" sibTransId="{9FB8C4FE-F960-40C9-B8EE-E5BD54082E69}"/>
    <dgm:cxn modelId="{D4CD58E3-5F57-4EBB-86D7-64069624AC2B}" type="presOf" srcId="{C2E4BE07-7F4F-49C2-9B88-F771492A8CA8}" destId="{FC0F1314-3294-4A8C-8DCE-EB53E236164C}" srcOrd="0" destOrd="0" presId="urn:microsoft.com/office/officeart/2011/layout/InterconnectedBlockProcess#1"/>
    <dgm:cxn modelId="{D95A05E5-1205-4AD1-9AA3-74CA7A4B9EF2}" type="presOf" srcId="{9FED87C4-3F3B-4A18-9185-9F80CFEDEA2E}" destId="{6BCCFBA6-7A43-4631-AD7F-AFB10E1E6CD7}" srcOrd="1" destOrd="0" presId="urn:microsoft.com/office/officeart/2011/layout/InterconnectedBlockProcess#1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E33F1F3-3C1E-4504-AB3B-23269AA91F85}" srcId="{65C051F6-A849-4495-A964-CD4C650B9C06}" destId="{0191DB84-0C41-4C4C-85EC-0373CD422141}" srcOrd="2" destOrd="0" parTransId="{E090BBDC-86BF-4FF8-AE01-8CD8587D0C54}" sibTransId="{5554790C-8531-49B1-A009-F45BA91079BE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1F835FA-8745-42CE-A643-24B6EA868944}" type="presOf" srcId="{46FAF778-5980-45A9-8401-FB6D873DA0BB}" destId="{2532504F-5FE1-4C97-B485-F05E8885EACC}" srcOrd="0" destOrd="2" presId="urn:microsoft.com/office/officeart/2011/layout/InterconnectedBlockProcess#1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#1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#1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#1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#1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#1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#1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#1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#1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#1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#1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#1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#1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#1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#1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#1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#1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#1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#1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#1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Golden Ticket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Graduation ceremony and conversion to FTE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Shadow Sprint </a:t>
          </a:r>
          <a:endParaRPr lang="en-IN" sz="1600" kern="1200" dirty="0"/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(Month 3 – 6)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Shadow Sprint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(Assigned to a specific team)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(2 Months)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Training on Specialized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Track [MAST]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(Week 1-2)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on Common Track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Orientation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(Day 1)</a:t>
          </a: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KGS and Managed Services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#1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 des" ptType="node node"/>
        <dgm:presOf axis="des des" ptType="node 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17/01/2026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van-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Vijay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</a:t>
            </a: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Internship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IN" alt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Gopal Krishna Shyam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Anandan Bellie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Penetration Testing- CYBER SECURITY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83870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Kavana R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20221ISE0108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</a:t>
                      </a:r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2412"/>
            <a:ext cx="10515600" cy="41931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Overview of KPMG Global Services</a:t>
            </a:r>
          </a:p>
          <a:p>
            <a:r>
              <a:rPr lang="en-US" dirty="0"/>
              <a:t>KPMG Global Services (KGS) is the global delivery arm of KPMG International</a:t>
            </a:r>
          </a:p>
          <a:p>
            <a:r>
              <a:rPr lang="en-US" dirty="0"/>
              <a:t>Established to support KPMG member firms worldwide with scalable, high-quality services</a:t>
            </a:r>
          </a:p>
          <a:p>
            <a:r>
              <a:rPr lang="en-US" dirty="0"/>
              <a:t>Operates across multiple countries including India, US, UK, Poland, and Mexico</a:t>
            </a:r>
          </a:p>
          <a:p>
            <a:r>
              <a:rPr lang="en-US" dirty="0"/>
              <a:t>Employs tens of thousands of professionals serving global KPMG offices</a:t>
            </a:r>
          </a:p>
          <a:p>
            <a:r>
              <a:rPr lang="en-US" dirty="0"/>
              <a:t>Focuses on innovation, digital enablement, and operational excellence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518" y="109948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dirty="0"/>
              <a:t>Services &amp; Solutions Offered:</a:t>
            </a:r>
          </a:p>
          <a:p>
            <a:r>
              <a:rPr lang="en-IN" sz="2200" dirty="0"/>
              <a:t>Audit &amp; Assurance Support</a:t>
            </a:r>
          </a:p>
          <a:p>
            <a:r>
              <a:rPr lang="en-IN" sz="2200" dirty="0"/>
              <a:t>Tax &amp; Compliance Services</a:t>
            </a:r>
          </a:p>
          <a:p>
            <a:r>
              <a:rPr lang="en-IN" sz="2200" dirty="0"/>
              <a:t>Advisory &amp; Consulting Support</a:t>
            </a:r>
          </a:p>
          <a:p>
            <a:r>
              <a:rPr lang="en-IN" sz="2200" dirty="0"/>
              <a:t>Technology &amp; Digital Services</a:t>
            </a:r>
          </a:p>
          <a:p>
            <a:pPr lvl="1"/>
            <a:r>
              <a:rPr lang="en-IN" sz="2200" dirty="0"/>
              <a:t>Data &amp; Analytics</a:t>
            </a:r>
          </a:p>
          <a:p>
            <a:pPr lvl="1"/>
            <a:r>
              <a:rPr lang="en-IN" sz="2200" dirty="0"/>
              <a:t>Cloud, Automation, AI</a:t>
            </a:r>
          </a:p>
          <a:p>
            <a:pPr lvl="1"/>
            <a:r>
              <a:rPr lang="en-IN" sz="2200" dirty="0"/>
              <a:t>Cybersecurity &amp; Risk</a:t>
            </a:r>
          </a:p>
          <a:p>
            <a:r>
              <a:rPr lang="en-IN" sz="2200" dirty="0"/>
              <a:t>Business Process Services</a:t>
            </a:r>
          </a:p>
          <a:p>
            <a:pPr lvl="1"/>
            <a:r>
              <a:rPr lang="en-IN" sz="2200" dirty="0"/>
              <a:t>Finance &amp; Accounting</a:t>
            </a:r>
          </a:p>
          <a:p>
            <a:pPr lvl="1"/>
            <a:r>
              <a:rPr lang="en-IN" sz="2200" dirty="0"/>
              <a:t>HR, Procurement, Knowledge Management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4</a:t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7675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Clients &amp; Value Proposition:</a:t>
            </a:r>
          </a:p>
          <a:p>
            <a:r>
              <a:rPr lang="en-US" dirty="0"/>
              <a:t>Primary clients are KPMG member firms across the globe</a:t>
            </a:r>
          </a:p>
          <a:p>
            <a:r>
              <a:rPr lang="en-US" dirty="0"/>
              <a:t>Supports Fortune 500 companies, public sector organizations, and multinational clients</a:t>
            </a:r>
          </a:p>
          <a:p>
            <a:r>
              <a:rPr lang="en-US" dirty="0"/>
              <a:t>Delivers:</a:t>
            </a:r>
          </a:p>
          <a:p>
            <a:pPr lvl="1"/>
            <a:r>
              <a:rPr lang="en-US" dirty="0"/>
              <a:t>Cost-effective global delivery</a:t>
            </a:r>
          </a:p>
          <a:p>
            <a:pPr lvl="1"/>
            <a:r>
              <a:rPr lang="en-US" dirty="0"/>
              <a:t>Consistent quality and compliance</a:t>
            </a:r>
          </a:p>
          <a:p>
            <a:pPr lvl="1"/>
            <a:r>
              <a:rPr lang="en-US" dirty="0"/>
              <a:t>Faster turnaround through 24/7 operations</a:t>
            </a:r>
          </a:p>
          <a:p>
            <a:r>
              <a:rPr lang="en-US" dirty="0"/>
              <a:t>Strong emphasis on ethics, integrity, and professional excellence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5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internship domain is Cybersecurity, specifically related to penetration testing and access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is about protecting systems, networks, and applications from cyber attacks.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training, I learned how security teams identify vulnerabilities before attackers exploit them.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was introduced to: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Network security basics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Application security issues like SQL injection and XSS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Authentication and access control problems such as privilege escalation and MFA issues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not hacking, but ethical testing to improve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77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Importance of Cyber Security</a:t>
            </a:r>
          </a:p>
          <a:p>
            <a:r>
              <a:rPr lang="en-US" dirty="0"/>
              <a:t>Protects organizations from data breaches and financial losses</a:t>
            </a:r>
          </a:p>
          <a:p>
            <a:r>
              <a:rPr lang="en-US" dirty="0"/>
              <a:t>Safeguards customer trust and brand reputation</a:t>
            </a:r>
          </a:p>
          <a:p>
            <a:r>
              <a:rPr lang="en-US" dirty="0"/>
              <a:t>Ensures business continuity and system availability</a:t>
            </a:r>
          </a:p>
          <a:p>
            <a:r>
              <a:rPr lang="en-US" dirty="0"/>
              <a:t>Helps organizations comply with regulatory and legal requirements</a:t>
            </a:r>
          </a:p>
          <a:p>
            <a:r>
              <a:rPr lang="en-US" dirty="0"/>
              <a:t>Reduces risks from internal and external cyber threats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t>17-01-2026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7</a:t>
            </a:fld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Team Structure</a:t>
            </a:r>
          </a:p>
          <a:p>
            <a:r>
              <a:rPr lang="en-US" dirty="0"/>
              <a:t>Part of the Penetration Testing (MAST) division</a:t>
            </a:r>
          </a:p>
          <a:p>
            <a:r>
              <a:rPr lang="en-US" dirty="0"/>
              <a:t>Currently undergoing structured MAST training</a:t>
            </a:r>
          </a:p>
          <a:p>
            <a:r>
              <a:rPr lang="en-US" dirty="0"/>
              <a:t>Training led by MAST Subject Matter Experts (SMEs) / Trainers</a:t>
            </a:r>
          </a:p>
          <a:p>
            <a:r>
              <a:rPr lang="en-US" dirty="0"/>
              <a:t>Supported by Mentors and Program Coordinators</a:t>
            </a:r>
          </a:p>
          <a:p>
            <a:r>
              <a:rPr lang="en-US" dirty="0"/>
              <a:t>Training batch includes MAST interns/trainees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9</a:t>
            </a:fld>
            <a:endParaRPr lang="en-US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184366"/>
            <a:ext cx="10214811" cy="277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Initially, understanding penetration testing methodologies was challenging.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multiple tools and understanding which vulnerabilities are real and which are false positives required practice.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Another challenge was adapting to corporate documentation standards and workflows.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theory with hands-on labs helped me slowly overcome these challenges.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my internship is to gain practical knowledge in penetration testing and cybersecurity.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aim to identify security issues in applications and systems, understand access control and authentication weaknesses, and learn secure testing practices.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learned how to document findings properly and suggest remediation, which is very important in real organizations.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internship is helping me build industry-ready cybersecurity skills.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11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935083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https://github.com/kavan-r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720</Words>
  <Application>Microsoft Office PowerPoint</Application>
  <PresentationFormat>Widescreen</PresentationFormat>
  <Paragraphs>132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PowerPoint Presentation</vt:lpstr>
      <vt:lpstr>PowerPoint Presentation</vt:lpstr>
      <vt:lpstr>Working domain or the technology</vt:lpstr>
      <vt:lpstr>PowerPoint Presentation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Annie Joseph</dc:creator>
  <cp:lastModifiedBy>MY PC</cp:lastModifiedBy>
  <cp:revision>11</cp:revision>
  <dcterms:created xsi:type="dcterms:W3CDTF">2026-01-10T04:43:49Z</dcterms:created>
  <dcterms:modified xsi:type="dcterms:W3CDTF">2026-01-17T05:42:51Z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DFE7F88A9FA54C55973585F07C4A3A4A_13</vt:lpwstr>
  </property>
  <property fmtid="{D5CDD505-2E9C-101B-9397-08002B2CF9AE}" pid="3" name="KSOProductBuildVer">
    <vt:lpwstr>1033-12.2.0.23196</vt:lpwstr>
  </property>
</Properties>
</file>