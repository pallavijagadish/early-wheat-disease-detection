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69" r:id="rId3"/>
    <p:sldId id="275" r:id="rId4"/>
    <p:sldId id="277" r:id="rId5"/>
    <p:sldId id="278" r:id="rId6"/>
    <p:sldId id="279" r:id="rId7"/>
    <p:sldId id="271" r:id="rId8"/>
    <p:sldId id="281" r:id="rId9"/>
    <p:sldId id="268" r:id="rId10"/>
    <p:sldId id="282" r:id="rId11"/>
    <p:sldId id="280" r:id="rId12"/>
    <p:sldId id="265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/>
              <a:t>Early Detection of Wheat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Diseases</a:t>
            </a:r>
            <a:endParaRPr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553348" y="2045352"/>
            <a:ext cx="4628252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Number:ISE-4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1576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of: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Dr.Yamanappa</a:t>
            </a: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3705317420"/>
              </p:ext>
            </p:extLst>
          </p:nvPr>
        </p:nvGraphicFramePr>
        <p:xfrm>
          <a:off x="553347" y="2721840"/>
          <a:ext cx="5709801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197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2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418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4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20221ISE0109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Pallavi J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4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20221ISE0117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Ganavi HR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4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20221ISE0135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Chandrakala KT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4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4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CSE7302-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University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553347" y="4306530"/>
            <a:ext cx="10812743" cy="17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Btech Information Science and Engineering</a:t>
            </a:r>
          </a:p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Gopal Shyam </a:t>
            </a:r>
          </a:p>
          <a:p>
            <a:pPr lvl="0">
              <a:lnSpc>
                <a:spcPct val="150000"/>
              </a:lnSpc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Suma NG</a:t>
            </a:r>
          </a:p>
          <a:p>
            <a:pPr lvl="0">
              <a:lnSpc>
                <a:spcPct val="150000"/>
              </a:lnSpc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  <a:endParaRPr sz="1800" b="1" i="0" u="none" strike="noStrike" cap="none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SIH25268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Organization: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Ministry of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Agriculture &amp; Farmers Welfare- Government of India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Category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Wheat is one of the most important staple crops in India, and its productivity is significantly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affected by diseases such as leaf rust, brown rust, and leaf blight. Early identification of these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diseases is challenging for farmers due to lack of expert knowledge, delayed field inspections, and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access to agricultural advisory services. Late detection often leads to severe crop damage,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reduced yield, and economic loss for farmers. There is a need for an automated and reliable system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assist farmers in the early detection of wheat diseases.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904E3-DE36-D82D-ACC8-F076F9F24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Objective: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2CCA121-CBA5-C8F3-CC31-6CED1FDDA1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314721"/>
            <a:ext cx="9491406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develop an automated system for early detection of wheat diseases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assist farmers in identifying crop health conditions using image analysis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reduce crop loss through timely disease detection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provide advisory support for preventive actions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enable data-driven monitoring of disease patterns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354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124AC-6B20-9D0A-DBFB-5AD8DF7C2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26FA8E-77D2-A51C-A886-EBD12FA2FD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241206"/>
            <a:ext cx="987222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Traditional methods of disease identification rely on manual inspection by experts, which is time-consuming and not always accessible to small-scale farmers. Recent research has explored the use of image processing and machine learning techniques for crop disease detection. However, many existing solutions lack usability, early-stage detection capability, and analytics support. The proposed system utilizes deep learning-based image analysis to provide a practical and scalable solution for early detection of wheat diseases.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802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5D3EF-E6F0-0884-E9AD-049128CDF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74637"/>
            <a:ext cx="10668000" cy="757749"/>
          </a:xfrm>
        </p:spPr>
        <p:txBody>
          <a:bodyPr/>
          <a:lstStyle/>
          <a:p>
            <a:r>
              <a:rPr lang="en-IN" sz="2400" dirty="0"/>
              <a:t>Three-Layer System Architecture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3798A-C0CB-22FE-9F08-28EE0B112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845571"/>
            <a:ext cx="10668000" cy="5358584"/>
          </a:xfrm>
        </p:spPr>
        <p:txBody>
          <a:bodyPr>
            <a:noAutofit/>
          </a:bodyPr>
          <a:lstStyle/>
          <a:p>
            <a:pPr marL="7620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Presentation Layer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input interface (local system)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 of prediction results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Graphical analysis outputs</a:t>
            </a:r>
          </a:p>
          <a:p>
            <a:pPr marL="7620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620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 Layer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learning model for disease classification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preprocessing and feature extraction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Prediction and advisory logic</a:t>
            </a:r>
          </a:p>
          <a:p>
            <a:pPr marL="7620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620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Layer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Wheat leaf image dataset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Trained model storage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Prediction and analysis results</a:t>
            </a:r>
          </a:p>
        </p:txBody>
      </p:sp>
    </p:spTree>
    <p:extLst>
      <p:ext uri="{BB962C8B-B14F-4D97-AF65-F5344CB8AC3E}">
        <p14:creationId xmlns:p14="http://schemas.microsoft.com/office/powerpoint/2010/main" val="237925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A4CA8-1FF1-B34E-DDEB-28C6CA380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Technology Stack Components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CC62811-7C07-DCA3-8279-3A4CCFD48D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127932"/>
            <a:ext cx="10194723" cy="4208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Programming Language: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Python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Development Environment: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Google Colab / VS Code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Learning Framework: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TensorFlow / Keras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Libraries: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NumPy, Pandas, Matplotlib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Dataset: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PlantVillage Wheat Disease Dataset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6200" indent="0">
              <a:buNone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899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590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sz="2400" dirty="0"/>
              <a:t>System Workflow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A883943-62F1-174F-0A04-4B9AD9F38A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305341"/>
            <a:ext cx="10851535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Wheat leaf image is provided as input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preprocessing (resizing and normalization)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extraction using CNN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Disease classification using trained model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 of detected disease and confidence score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Advisory recommendations for farmers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 of disease trends and analysis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3EAE2-BBFD-7F2B-20C7-67AE7F306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System Workflow</a:t>
            </a:r>
            <a:endParaRPr lang="en-IN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E5CF-A0C8-8295-4B87-C4F24BCD5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143001"/>
            <a:ext cx="10668000" cy="4540044"/>
          </a:xfrm>
        </p:spPr>
        <p:txBody>
          <a:bodyPr/>
          <a:lstStyle/>
          <a:p>
            <a:pPr marL="76200" indent="0">
              <a:buNone/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42DFEA-0618-4893-22EF-5A0AA0A503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901" b="4321"/>
          <a:stretch>
            <a:fillRect/>
          </a:stretch>
        </p:blipFill>
        <p:spPr>
          <a:xfrm>
            <a:off x="924232" y="1278194"/>
            <a:ext cx="9930581" cy="461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90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660400" y="1618634"/>
            <a:ext cx="10668000" cy="2153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Link: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https://github.com/Pallavijagadish/Early-wheat-disease-detection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9D09C-25C6-ECE0-D49D-AEEF1581C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Timeline of the project</a:t>
            </a:r>
            <a:endParaRPr lang="en-IN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33E076-F293-6DAD-69DA-38EFF9275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7620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 1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identification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Literature survey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collection and analysis</a:t>
            </a:r>
          </a:p>
          <a:p>
            <a:pPr marL="5080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620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 2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architecture design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preprocessing implementation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 model training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A0AAD1-E565-4A50-4A7B-AE8BAA6B91E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 3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optimization and testing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 and performance evaluation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 and analytics development</a:t>
            </a:r>
          </a:p>
          <a:p>
            <a:pPr marL="5080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620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 4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testing and validation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Documentation and report preparation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demonstration</a:t>
            </a:r>
          </a:p>
          <a:p>
            <a:pPr marL="508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6821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8D84D-8910-6CD0-0BEC-3C1B859A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Expected Outcomes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D802EAB-EFCF-6F27-033D-00A571BFFA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2451181"/>
            <a:ext cx="945394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solidFill>
                <a:schemeClr val="tx1"/>
              </a:solidFill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D6C475CB-37F3-1F66-8946-0AF4719E5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036773"/>
            <a:ext cx="10435303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 identification of wheat diseases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Reduction in crop damage and yield loss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Improved decision-making for farmers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Efficient and low-cost disease detection solution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 for sustainable agriculture practices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935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7"/>
            <a:ext cx="10668000" cy="679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References 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C7EC6B8-FF46-6610-F342-A7C04DC0B1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467156"/>
            <a:ext cx="1095382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Mohanty, S. P., Hughes, D. P., &amp; Salathé, M., “Using Deep Learning for Image-Based Plant Disease Detection,” </a:t>
            </a:r>
            <a:r>
              <a:rPr lang="en-IN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Frontiers in Plant Science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2016.</a:t>
            </a:r>
          </a:p>
          <a:p>
            <a:pPr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PlantVillage Dataset – Open Source Crop Disease Dataset</a:t>
            </a:r>
          </a:p>
          <a:p>
            <a:pPr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articles on AI-based agricultural disease detection 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615</Words>
  <Application>Microsoft Office PowerPoint</Application>
  <PresentationFormat>Widescreen</PresentationFormat>
  <Paragraphs>118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Verdana</vt:lpstr>
      <vt:lpstr>Bioinformatics</vt:lpstr>
      <vt:lpstr>Early Detection of Wheat Diseases</vt:lpstr>
      <vt:lpstr>Problem Statement Number: SIH25268</vt:lpstr>
      <vt:lpstr>Objective:</vt:lpstr>
      <vt:lpstr>Background and Related Work:</vt:lpstr>
      <vt:lpstr>Three-Layer System Architecture</vt:lpstr>
      <vt:lpstr>Technology Stack Components</vt:lpstr>
      <vt:lpstr>System Workflow</vt:lpstr>
      <vt:lpstr>System Workflow</vt:lpstr>
      <vt:lpstr>Github Link</vt:lpstr>
      <vt:lpstr>Timeline of the project</vt:lpstr>
      <vt:lpstr>Expected Outcomes</vt:lpstr>
      <vt:lpstr>References 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Chandrakala K T</cp:lastModifiedBy>
  <cp:revision>66</cp:revision>
  <dcterms:modified xsi:type="dcterms:W3CDTF">2026-01-17T08:57:40Z</dcterms:modified>
</cp:coreProperties>
</file>